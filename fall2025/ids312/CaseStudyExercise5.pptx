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1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5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9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8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0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57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7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7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90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484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95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81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3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7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75E077-BF16-4870-A618-7F12A182D6F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6A8F42-F97B-4456-AB4F-484A0D8C7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55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5C88-BA89-849B-73E1-46EF43A7F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Initial Risk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515B2-D497-0BBE-D6AF-3BE7AC484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1AE8-2C73-15AB-254D-B612703C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1: Not Passing Building/Fire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84E10-9A84-A1C4-DEAD-D1E4DA238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Probability</a:t>
            </a:r>
          </a:p>
          <a:p>
            <a:r>
              <a:rPr lang="en-US" dirty="0"/>
              <a:t>High Potential Impact</a:t>
            </a:r>
          </a:p>
          <a:p>
            <a:r>
              <a:rPr lang="en-US" dirty="0"/>
              <a:t>Occurs after construction and installation</a:t>
            </a:r>
          </a:p>
          <a:p>
            <a:endParaRPr lang="en-US" dirty="0"/>
          </a:p>
          <a:p>
            <a:r>
              <a:rPr lang="en-US" dirty="0"/>
              <a:t>Construction foreman and interior designer responsible for ensuring building is up to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1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2A65-46A8-7216-2897-64B80ED7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Risk 2: Furniture/laptops/phones not arriving 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3AE1-3378-4A49-8A28-217DD8CA3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probability</a:t>
            </a:r>
          </a:p>
          <a:p>
            <a:r>
              <a:rPr lang="en-US" dirty="0"/>
              <a:t>Medium impact</a:t>
            </a:r>
          </a:p>
          <a:p>
            <a:r>
              <a:rPr lang="en-US" dirty="0"/>
              <a:t>Occurs during furniture/laptop/phone installation</a:t>
            </a:r>
          </a:p>
          <a:p>
            <a:endParaRPr lang="en-US" dirty="0"/>
          </a:p>
          <a:p>
            <a:r>
              <a:rPr lang="en-US" dirty="0"/>
              <a:t>Mitigated by ordering furniture/laptops/phones early enough to account for potential delays</a:t>
            </a:r>
          </a:p>
        </p:txBody>
      </p:sp>
    </p:spTree>
    <p:extLst>
      <p:ext uri="{BB962C8B-B14F-4D97-AF65-F5344CB8AC3E}">
        <p14:creationId xmlns:p14="http://schemas.microsoft.com/office/powerpoint/2010/main" val="159331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C6D2-B91C-8E13-BFC1-F9B067FD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Risk 3: Delays and/or unexpected costs incurred during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4974-2CE5-45DD-D857-A57C60672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Medium probability</a:t>
            </a:r>
          </a:p>
          <a:p>
            <a:r>
              <a:rPr lang="en-US" dirty="0"/>
              <a:t>High impact</a:t>
            </a:r>
          </a:p>
          <a:p>
            <a:r>
              <a:rPr lang="en-US" dirty="0"/>
              <a:t>Occurs during construction</a:t>
            </a:r>
          </a:p>
          <a:p>
            <a:endParaRPr lang="en-US" dirty="0"/>
          </a:p>
          <a:p>
            <a:r>
              <a:rPr lang="en-US" dirty="0"/>
              <a:t>Mitigated by frequent meetings with construction foreman to monitor progress as well as allocating contingency funding for unexpected costs</a:t>
            </a:r>
          </a:p>
        </p:txBody>
      </p:sp>
    </p:spTree>
    <p:extLst>
      <p:ext uri="{BB962C8B-B14F-4D97-AF65-F5344CB8AC3E}">
        <p14:creationId xmlns:p14="http://schemas.microsoft.com/office/powerpoint/2010/main" val="286356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5B45-5E6D-418A-E4D3-42CA8CE6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Risk 4: Issues with union representatives and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03A3-C8B6-A783-135D-CAA2F201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probability</a:t>
            </a:r>
          </a:p>
          <a:p>
            <a:r>
              <a:rPr lang="en-US" dirty="0"/>
              <a:t>High impact</a:t>
            </a:r>
          </a:p>
          <a:p>
            <a:r>
              <a:rPr lang="en-US" dirty="0"/>
              <a:t>Occurs during construction and installation</a:t>
            </a:r>
          </a:p>
          <a:p>
            <a:endParaRPr lang="en-US" dirty="0"/>
          </a:p>
          <a:p>
            <a:r>
              <a:rPr lang="en-US" dirty="0"/>
              <a:t>Coordinate with union representative to ensure regulations are being met during all phases of </a:t>
            </a:r>
            <a:r>
              <a:rPr lang="en-US"/>
              <a:t>the project</a:t>
            </a:r>
          </a:p>
        </p:txBody>
      </p:sp>
    </p:spTree>
    <p:extLst>
      <p:ext uri="{BB962C8B-B14F-4D97-AF65-F5344CB8AC3E}">
        <p14:creationId xmlns:p14="http://schemas.microsoft.com/office/powerpoint/2010/main" val="4050057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</TotalTime>
  <Words>146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Initial Risk Assessment</vt:lpstr>
      <vt:lpstr>Risk 1: Not Passing Building/Fire Inspection</vt:lpstr>
      <vt:lpstr>Risk 2: Furniture/laptops/phones not arriving on time</vt:lpstr>
      <vt:lpstr>Risk 3: Delays and/or unexpected costs incurred during construction</vt:lpstr>
      <vt:lpstr>Risk 4: Issues with union representatives and regulations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Smith</dc:creator>
  <cp:lastModifiedBy>Dylan Smith</cp:lastModifiedBy>
  <cp:revision>1</cp:revision>
  <dcterms:created xsi:type="dcterms:W3CDTF">2025-11-03T18:11:35Z</dcterms:created>
  <dcterms:modified xsi:type="dcterms:W3CDTF">2025-11-03T18:24:35Z</dcterms:modified>
</cp:coreProperties>
</file>